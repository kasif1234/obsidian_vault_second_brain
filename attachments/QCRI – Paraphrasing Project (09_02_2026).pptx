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C5EB-5D8C-DA46-11A9-AFBC7C7E2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BD1CF-2079-8883-EA97-DEC1AA05D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FAE09-B414-47E8-6C10-54867D85B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4439-505E-41C4-9256-30D8F2B8DF24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D730A-8445-E0EF-96F0-D19002D80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FD2CF-D3A5-6D59-F39C-7BE0917D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D595-2E5D-45A4-B4B2-07998F165E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380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4AAFC-F4AA-3DAA-E7C0-8BB8A899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443D3-DC7E-A707-7E25-C8F9C5829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FE5D5-05B8-E5D1-B847-4C155FBED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4439-505E-41C4-9256-30D8F2B8DF24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40A45-7A4F-68A4-9CD9-1D34CA995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38F3E-2B71-02B0-B90B-44E6D97C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D595-2E5D-45A4-B4B2-07998F165E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576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3B66-E88F-8C94-8DD9-F13BDE59C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F98D1-A804-153E-D0F5-7ECE914AC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E3D57-880A-632A-2625-BB3010B3E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4439-505E-41C4-9256-30D8F2B8DF24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80068-143C-E742-DE0F-0E25AB7CE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D8363-24AB-D009-8FFD-C9C8B110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D595-2E5D-45A4-B4B2-07998F165E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92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46709-C300-F626-6C57-C8A98A36C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3527-61ED-F806-79C5-5B706E00D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522F9-37FC-3049-89A9-DCE1AB1F3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749CA-AA0E-887A-BF6F-16208864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4439-505E-41C4-9256-30D8F2B8DF24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EE1AB-C046-2AC5-600D-36B44FCFF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A4CE7-6FFD-10C9-1600-5BFEDC5A0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D595-2E5D-45A4-B4B2-07998F165E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82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D37D0-6266-F96D-D1A4-EB8531FA4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64EFC-6508-865A-7C1E-F8486C770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4371E-079D-8428-4A08-F6A2C7A5D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A4C439-6D22-9887-25A5-EB8AD60FA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F5F60-ECAD-DC0D-AB93-45D8059403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953A8-8486-0CE8-F2EB-597C1B5EB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4439-505E-41C4-9256-30D8F2B8DF24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BDA46-9838-9220-3A60-0B5163319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42E497-29EF-782F-888B-C1F45DDD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D595-2E5D-45A4-B4B2-07998F165E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531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0A2AB-CAF5-743A-87D8-47D546CB9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15B50A-C240-CB0A-B4EA-3D12881A1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4439-505E-41C4-9256-30D8F2B8DF24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94969-0476-E609-AD4B-8A8B522C6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A67E2-ACF8-61CB-FA58-23DA9A1A0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D595-2E5D-45A4-B4B2-07998F165E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23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6C3D0A-7330-FBCD-221B-5ABCA6B5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4439-505E-41C4-9256-30D8F2B8DF24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757B4-9B74-4B6A-BCDB-21AA3B9D5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A1F98-4C84-F5A5-ABBE-776F48EB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D595-2E5D-45A4-B4B2-07998F165E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09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0952-01E8-142E-0BFD-858680999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DEA5-6892-9709-BCB6-037F481FA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75E2F-0047-E685-6FBF-E6237B31B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39EE7-08D3-F6FA-43BB-629F27898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4439-505E-41C4-9256-30D8F2B8DF24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BA728-F76E-1380-BD53-9D9E3376B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BF900-3AE2-446C-6486-648D4622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D595-2E5D-45A4-B4B2-07998F165E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457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7432-406B-7820-D808-860276AB7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3E042-FBF8-E808-39E9-C0DA9774A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13D6F-D6A9-CD2B-558C-1CBB7645D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3577B-5A40-0781-B885-F4156693A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4439-505E-41C4-9256-30D8F2B8DF24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FAD07-0640-6E35-223C-1BB5B8E1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7B279-2924-7097-8BDC-8CD4C9FF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D595-2E5D-45A4-B4B2-07998F165E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764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8ACCA-DCA1-9C02-EE91-D027FE716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A98CDA-96A1-194F-409C-96E73DC97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EBA68-BEDC-1A16-1768-98F89AE5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4439-505E-41C4-9256-30D8F2B8DF24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CAAE8-1ACD-DF30-151C-22FC62B45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B5A7C-519B-A41D-803A-677ACAF84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D595-2E5D-45A4-B4B2-07998F165E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368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4DC015-B820-7AB1-37FF-E56346D22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0891A-1B3C-7BFA-11BB-8F57EA4EC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001E-E395-DAC3-C8ED-9F952A8F6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74439-505E-41C4-9256-30D8F2B8DF24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370D9-ACE8-E9BE-B091-B5EA6B09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F566F-87AD-6C25-C318-B33B56E4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9D595-2E5D-45A4-B4B2-07998F165E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94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223D30-5DD3-DB94-9488-E638C2C53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8E4B8-4C2C-C8A0-F097-B4086E472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9CF60-6E95-7761-8F90-77471D555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674439-505E-41C4-9256-30D8F2B8DF24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09294-8844-398E-1896-B4CC65DEC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E045B-1822-6F62-6DB7-C6090181C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9D595-2E5D-45A4-B4B2-07998F165E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287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0FB3-F26F-C781-EDCA-597068E15F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QCRI – Paraphrasing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9278B-CCD5-B6D7-DDE6-FB8B976CF6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08/02/2026</a:t>
            </a:r>
          </a:p>
        </p:txBody>
      </p:sp>
    </p:spTree>
    <p:extLst>
      <p:ext uri="{BB962C8B-B14F-4D97-AF65-F5344CB8AC3E}">
        <p14:creationId xmlns:p14="http://schemas.microsoft.com/office/powerpoint/2010/main" val="194216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24A84-83C9-3332-63BF-04E2E7702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we discussed last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82DEB-3711-0B35-AA32-3558F8B06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Put your complete understanding</a:t>
            </a:r>
          </a:p>
        </p:txBody>
      </p:sp>
    </p:spTree>
    <p:extLst>
      <p:ext uri="{BB962C8B-B14F-4D97-AF65-F5344CB8AC3E}">
        <p14:creationId xmlns:p14="http://schemas.microsoft.com/office/powerpoint/2010/main" val="306920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9F5E-1A66-5CB0-649B-947B49BD1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Action Items from last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E8A01-3B68-0FE0-8E1F-2E19DF43F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Complete the task set in the email</a:t>
            </a:r>
          </a:p>
        </p:txBody>
      </p:sp>
    </p:spTree>
    <p:extLst>
      <p:ext uri="{BB962C8B-B14F-4D97-AF65-F5344CB8AC3E}">
        <p14:creationId xmlns:p14="http://schemas.microsoft.com/office/powerpoint/2010/main" val="2007127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QCRI – Paraphrasing Project</vt:lpstr>
      <vt:lpstr>What we discussed last meeting</vt:lpstr>
      <vt:lpstr>Action Items from last meeting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Abdulaiyaz Kasif</dc:creator>
  <cp:lastModifiedBy>Mohammad Abdulaiyaz Kasif</cp:lastModifiedBy>
  <cp:revision>2</cp:revision>
  <dcterms:created xsi:type="dcterms:W3CDTF">2026-02-08T06:11:44Z</dcterms:created>
  <dcterms:modified xsi:type="dcterms:W3CDTF">2026-02-08T06:14:37Z</dcterms:modified>
</cp:coreProperties>
</file>